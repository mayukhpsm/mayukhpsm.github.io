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71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60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545A2-EF05-CF63-9D93-D8D1B36B7C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EB75F-8276-133D-D140-5991CD4E4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A2901-F4A6-7FF5-BA70-B26A14050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E48E8-0FF8-03A1-BA5D-DA3FFC7BE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93273-B1D6-B9B1-5519-B305A7215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831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AF9E8-1615-A9BB-0A4A-2D96CA398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1B96A-948B-48D9-F0AF-4AE56F217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A8C21-4F8D-243E-7369-0AEEA1039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C10FE-48A3-67EF-36C0-FCBDC4827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35504-58F8-503B-C6CC-3A82CC6B9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314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F14A-FA16-619F-571B-A5C68CC0F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E4A0-E069-9079-4339-54DAB42F3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E96B1-011A-81E4-F529-4A4DE21E6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06AC4-8313-785C-6649-E7FE10DDD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675FA-38B0-94C6-CFDF-A88C32AA2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4490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F0997-D6BB-2CE0-7AE4-589FF58AD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A99C5-E5CE-7761-7D80-40ABB1088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FF749-C948-A567-6B05-EE3CA5741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BDAAC-5F6B-9C43-438E-1CA0661BF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BD1B0-77C3-EACD-E9B5-9B078AFA2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60B01-2865-7C10-EB4D-778AF182A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021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9E6AA-3BF3-A66B-1F54-3A3B7E3B2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E9C84-BC1A-F1E4-FDC6-9260CC726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092FA-CA24-1BD7-17CA-25292DA51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2F5E76-92F6-D504-C808-B214B7BC1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B33FA6-5FB2-1DDA-5676-B8403EDE0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D15B1C-92DE-436A-9A56-7657D258A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9EC1C7-85F8-DDE4-975F-8D959466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1F1294-D388-26AF-C1FB-8F369A4C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316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8AB73-75BB-522E-085C-EDB16F037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1E7F1-5514-16B3-F1CC-8C1CDE792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A9D09A-8061-38BB-3613-0DEB4C0CC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4D3A1-C859-D495-B546-57778D576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800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CCF9F6-1AE6-39AA-BC46-C01C8611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A3A47A-D058-D17F-A504-C7BA286DA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661C4-D517-EE9C-F927-DA146EFC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187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F0BBC-FAFE-1179-67E1-FE3BAF06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DF141-C42C-20AD-DE13-7B5A9E28C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878EF-BEFF-F8BE-342C-59EF1A05F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BF9F4-2798-3E2D-5B14-5E602C052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AE4EF-C210-D742-9913-B16A9C0B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69F6D-CA11-80A6-35C3-BD7924076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7123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0E5EB-3241-0908-667D-297590D8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31A14-EB23-31DC-CBA3-500C4A63C2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84302-A6BB-1A55-7BEC-C7AE32D10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5C2008-862D-8040-2FFF-C1D33FF2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810A5-6BFC-4AF0-5015-F3A29BD51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5C479-A04D-1531-8679-D5D80CD79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675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6B4D9-84F8-EF78-295E-E6BA310D5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262FD-D650-68FC-2044-454CC4125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31BE5-5835-D3C4-1FC3-3B988678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DECF2-19B7-75F9-EC34-05E5F799A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31DB2-1ECC-97D1-1233-3F054BF37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840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9DFADA-D389-204F-AB46-E142E03E96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6E9BC3-B439-D83B-429A-B0080C5E3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1C113-1141-7655-537A-48B9A53EB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5380E-FB2D-4913-7D26-D5AE78EB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4B1E-8E18-AC65-3ECB-779CADFEE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115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AEC70-134E-3DFB-2B55-5C5D59917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CDD32-06D5-6940-43EB-3681FB071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D14DD-1286-D6E0-E95B-4C62431393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75F7D-1024-4663-9409-2B9680284374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8C0AD-607A-6307-CDF5-708899298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C6B4D-AD4E-9B3E-2C6D-7A961CDE2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4825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asoscongress.org/en/international-programme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2.findings-acl.30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C1930-3731-DEE1-723E-2F1FE42EA1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E98FDD81-02C4-201B-0B98-B1153C1EB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911" y="3247467"/>
            <a:ext cx="1032610" cy="68671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hlinkClick r:id="rId3"/>
            <a:extLst>
              <a:ext uri="{FF2B5EF4-FFF2-40B4-BE49-F238E27FC236}">
                <a16:creationId xmlns:a16="http://schemas.microsoft.com/office/drawing/2014/main" id="{3E68EA47-8DC3-EA48-4700-73670BF7CF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0026" y="3424134"/>
            <a:ext cx="847725" cy="3333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47A8C7F-9C26-D129-6929-A943DC6C77D1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1 of 17</a:t>
            </a:r>
          </a:p>
        </p:txBody>
      </p:sp>
    </p:spTree>
    <p:extLst>
      <p:ext uri="{BB962C8B-B14F-4D97-AF65-F5344CB8AC3E}">
        <p14:creationId xmlns:p14="http://schemas.microsoft.com/office/powerpoint/2010/main" val="454424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97083A-B98F-FCF7-742F-9668C2A4A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2ABAD4-4C8C-A1EA-8308-DC5ADAF094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9" b="-1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92D297-706A-26F1-65CB-362546D6F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192" y="2465248"/>
            <a:ext cx="1237779" cy="3479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9BFD65-C3DC-0E32-4D40-EC71B1E8A63D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2 of 17</a:t>
            </a:r>
          </a:p>
        </p:txBody>
      </p:sp>
    </p:spTree>
    <p:extLst>
      <p:ext uri="{BB962C8B-B14F-4D97-AF65-F5344CB8AC3E}">
        <p14:creationId xmlns:p14="http://schemas.microsoft.com/office/powerpoint/2010/main" val="1238479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E90514-3DDA-D35E-66BA-9703A55FD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66D41F-1054-B6DB-3035-89058B248D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7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AB713F-75FC-68AB-CEEB-2E7E8783C616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3 of 17</a:t>
            </a:r>
          </a:p>
        </p:txBody>
      </p:sp>
    </p:spTree>
    <p:extLst>
      <p:ext uri="{BB962C8B-B14F-4D97-AF65-F5344CB8AC3E}">
        <p14:creationId xmlns:p14="http://schemas.microsoft.com/office/powerpoint/2010/main" val="3925543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216B19-1A15-980C-10FE-3BC5189AD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BFBFCB-508C-1785-4AC9-FA9CB8180F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7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416C00-241A-2F59-06FB-CC1F904A921B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4 of 17</a:t>
            </a:r>
          </a:p>
        </p:txBody>
      </p:sp>
    </p:spTree>
    <p:extLst>
      <p:ext uri="{BB962C8B-B14F-4D97-AF65-F5344CB8AC3E}">
        <p14:creationId xmlns:p14="http://schemas.microsoft.com/office/powerpoint/2010/main" val="3857118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4CCB89-FB9E-131D-837D-4608FAF44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D998B4-525B-F3C9-7E0D-072E5B52E0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66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11C32E-4C3B-72B4-CC30-316818B68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99" y="2142675"/>
            <a:ext cx="11264201" cy="33332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E4918-1102-25D8-9AA4-4AF5A7D42974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5 of 17</a:t>
            </a:r>
          </a:p>
        </p:txBody>
      </p:sp>
    </p:spTree>
    <p:extLst>
      <p:ext uri="{BB962C8B-B14F-4D97-AF65-F5344CB8AC3E}">
        <p14:creationId xmlns:p14="http://schemas.microsoft.com/office/powerpoint/2010/main" val="2889331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B668C8-8736-534C-B194-9E6DAA449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90" y="291859"/>
            <a:ext cx="11168220" cy="6274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F0827B-D8B9-7572-17EB-3D966BE75B4F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6 of 17</a:t>
            </a:r>
          </a:p>
        </p:txBody>
      </p:sp>
    </p:spTree>
    <p:extLst>
      <p:ext uri="{BB962C8B-B14F-4D97-AF65-F5344CB8AC3E}">
        <p14:creationId xmlns:p14="http://schemas.microsoft.com/office/powerpoint/2010/main" val="158845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46DF4-F1E9-9E3B-998A-23002C951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09819B-D0C9-676A-7BC4-F92DE05AFD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12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F91C30-E20A-CFE3-FF0D-F24D335ADE19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7 of 17</a:t>
            </a:r>
          </a:p>
        </p:txBody>
      </p:sp>
    </p:spTree>
    <p:extLst>
      <p:ext uri="{BB962C8B-B14F-4D97-AF65-F5344CB8AC3E}">
        <p14:creationId xmlns:p14="http://schemas.microsoft.com/office/powerpoint/2010/main" val="223603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345D26-7324-C029-9A63-91DD74146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D14FCE-1946-D3B3-3A85-25DCA9C6F2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1FCA6D-1327-895F-FF09-C74493F0C3FA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8 of 17</a:t>
            </a:r>
          </a:p>
        </p:txBody>
      </p:sp>
    </p:spTree>
    <p:extLst>
      <p:ext uri="{BB962C8B-B14F-4D97-AF65-F5344CB8AC3E}">
        <p14:creationId xmlns:p14="http://schemas.microsoft.com/office/powerpoint/2010/main" val="863217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BA983F-6F58-D082-550D-509594146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38F07E-2A9E-D58F-985F-ABEAB40A68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9" b="-1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793F58-B65D-04AA-56F1-DEDA9B4F9A92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9 of 17</a:t>
            </a:r>
          </a:p>
        </p:txBody>
      </p:sp>
    </p:spTree>
    <p:extLst>
      <p:ext uri="{BB962C8B-B14F-4D97-AF65-F5344CB8AC3E}">
        <p14:creationId xmlns:p14="http://schemas.microsoft.com/office/powerpoint/2010/main" val="3291924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FC9AF6-68BB-4AFE-761D-8A4173095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A1C43E-4E24-AE0C-A2C0-EE9539C43A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8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638FEE-DBE7-BB31-B4FA-F46C156AF473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10 of 17</a:t>
            </a:r>
          </a:p>
        </p:txBody>
      </p:sp>
    </p:spTree>
    <p:extLst>
      <p:ext uri="{BB962C8B-B14F-4D97-AF65-F5344CB8AC3E}">
        <p14:creationId xmlns:p14="http://schemas.microsoft.com/office/powerpoint/2010/main" val="2097311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8FEB9-EE1C-C58B-DDA1-513512A57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0DF92C-91C1-EAED-E22D-5D28499A4F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52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0366B6-ED84-9C36-38C3-A8F3EC0A0BE6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11 of 17</a:t>
            </a:r>
          </a:p>
        </p:txBody>
      </p:sp>
    </p:spTree>
    <p:extLst>
      <p:ext uri="{BB962C8B-B14F-4D97-AF65-F5344CB8AC3E}">
        <p14:creationId xmlns:p14="http://schemas.microsoft.com/office/powerpoint/2010/main" val="1920288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953E0-53DF-488C-88F2-4FE27EA15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6FB869-8162-7532-BF1F-C26E384E7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26" y="457200"/>
            <a:ext cx="10955947" cy="5943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309CAB-5C1A-0070-A042-E85FC364B03B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12 of 17</a:t>
            </a:r>
          </a:p>
        </p:txBody>
      </p:sp>
    </p:spTree>
    <p:extLst>
      <p:ext uri="{BB962C8B-B14F-4D97-AF65-F5344CB8AC3E}">
        <p14:creationId xmlns:p14="http://schemas.microsoft.com/office/powerpoint/2010/main" val="1038896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4B9CBB-29BF-50B3-64D2-7C0BC1C61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720F03-1136-DC9D-FEDF-4CB242D82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14" y="457200"/>
            <a:ext cx="10613571" cy="5943600"/>
          </a:xfrm>
          <a:prstGeom prst="rect">
            <a:avLst/>
          </a:prstGeom>
        </p:spPr>
      </p:pic>
      <p:pic>
        <p:nvPicPr>
          <p:cNvPr id="5" name="Picture 4">
            <a:hlinkClick r:id="rId3"/>
            <a:extLst>
              <a:ext uri="{FF2B5EF4-FFF2-40B4-BE49-F238E27FC236}">
                <a16:creationId xmlns:a16="http://schemas.microsoft.com/office/drawing/2014/main" id="{7BF81929-C77D-5986-51CF-D625A544C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665" y="2100891"/>
            <a:ext cx="373302" cy="1599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2579A7-DA6C-2A7D-93D6-6F8A61D0F727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13 of 17</a:t>
            </a:r>
          </a:p>
        </p:txBody>
      </p:sp>
    </p:spTree>
    <p:extLst>
      <p:ext uri="{BB962C8B-B14F-4D97-AF65-F5344CB8AC3E}">
        <p14:creationId xmlns:p14="http://schemas.microsoft.com/office/powerpoint/2010/main" val="3823045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EDFD9-13F5-4D48-D2A2-2D498879F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A07F75-724A-AA50-EA79-9C1269C4A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16" y="457200"/>
            <a:ext cx="10427368" cy="5943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F1F697-ED03-F318-09C6-2869A023E425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14 of 17</a:t>
            </a:r>
          </a:p>
        </p:txBody>
      </p:sp>
    </p:spTree>
    <p:extLst>
      <p:ext uri="{BB962C8B-B14F-4D97-AF65-F5344CB8AC3E}">
        <p14:creationId xmlns:p14="http://schemas.microsoft.com/office/powerpoint/2010/main" val="2771327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E22C2B-ED7B-A6A9-8C94-ED0F5E7C5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D5A26C-AC1D-7F7E-4216-39C707B108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" b="2377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1DBEDB-2005-9215-3CA5-5AFB30DE25F5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15 of 17</a:t>
            </a:r>
          </a:p>
        </p:txBody>
      </p:sp>
    </p:spTree>
    <p:extLst>
      <p:ext uri="{BB962C8B-B14F-4D97-AF65-F5344CB8AC3E}">
        <p14:creationId xmlns:p14="http://schemas.microsoft.com/office/powerpoint/2010/main" val="3667063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D7D182-87AE-0875-4A93-CEFF42FA78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39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66442B-1043-ED72-B7B7-712AB19D1D40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16 of 17</a:t>
            </a:r>
          </a:p>
        </p:txBody>
      </p:sp>
    </p:spTree>
    <p:extLst>
      <p:ext uri="{BB962C8B-B14F-4D97-AF65-F5344CB8AC3E}">
        <p14:creationId xmlns:p14="http://schemas.microsoft.com/office/powerpoint/2010/main" val="2191020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1C26B3-F344-7C4E-1F3B-FE85799EE0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D30ACF-A431-B5BA-529B-509830EFA6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08" y="5026688"/>
            <a:ext cx="1220036" cy="122338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7F3E1E-4D29-2D74-17EA-BD438C09ABA7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17 of 17</a:t>
            </a:r>
          </a:p>
        </p:txBody>
      </p:sp>
    </p:spTree>
    <p:extLst>
      <p:ext uri="{BB962C8B-B14F-4D97-AF65-F5344CB8AC3E}">
        <p14:creationId xmlns:p14="http://schemas.microsoft.com/office/powerpoint/2010/main" val="3961885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68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Mayukh Mukhopadhyay</dc:creator>
  <cp:lastModifiedBy>Mayukh Mukhopadhyay</cp:lastModifiedBy>
  <cp:revision>6</cp:revision>
  <dcterms:created xsi:type="dcterms:W3CDTF">2026-04-26T05:43:30Z</dcterms:created>
  <dcterms:modified xsi:type="dcterms:W3CDTF">2026-04-26T07:11:12Z</dcterms:modified>
</cp:coreProperties>
</file>