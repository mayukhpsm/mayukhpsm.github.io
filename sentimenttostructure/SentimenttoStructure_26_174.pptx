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1" r:id="rId6"/>
    <p:sldId id="271" r:id="rId7"/>
    <p:sldId id="264" r:id="rId8"/>
    <p:sldId id="263" r:id="rId9"/>
    <p:sldId id="265" r:id="rId10"/>
    <p:sldId id="266" r:id="rId11"/>
    <p:sldId id="267" r:id="rId12"/>
    <p:sldId id="268" r:id="rId13"/>
    <p:sldId id="269" r:id="rId14"/>
    <p:sldId id="270" r:id="rId15"/>
    <p:sldId id="260" r:id="rId16"/>
    <p:sldId id="272" r:id="rId17"/>
    <p:sldId id="273" r:id="rId1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64" d="100"/>
          <a:sy n="64" d="100"/>
        </p:scale>
        <p:origin x="978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1545A2-EF05-CF63-9D93-D8D1B36B7C6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E8EB75F-8276-133D-D140-5991CD4E429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93A2901-F4A6-7FF5-BA70-B26A140503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075F7D-1024-4663-9409-2B9680284374}" type="datetimeFigureOut">
              <a:rPr lang="en-GB" smtClean="0"/>
              <a:t>29/04/2026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FE48E8-0FF8-03A1-BA5D-DA3FFC7BE5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593273-B1D6-B9B1-5519-B305A72152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EF5FC8-5D01-4E96-85A6-E64C6331DED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5783198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7AF9E8-1615-A9BB-0A4A-2D96CA3980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51B96A-948B-48D9-F0AF-4AE56F217DC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ABA8C21-4F8D-243E-7369-0AEEA1039E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075F7D-1024-4663-9409-2B9680284374}" type="datetimeFigureOut">
              <a:rPr lang="en-GB" smtClean="0"/>
              <a:t>29/04/2026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5C10FE-48A3-67EF-36C0-FCBDC4827C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A535504-58F8-503B-C6CC-3A82CC6B98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EF5FC8-5D01-4E96-85A6-E64C6331DED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173145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79F14A-FA16-619F-571B-A5C68CC0F5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88EE4A0-E069-9079-4339-54DAB42F3F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73E96B1-011A-81E4-F529-4A4DE21E69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075F7D-1024-4663-9409-2B9680284374}" type="datetimeFigureOut">
              <a:rPr lang="en-GB" smtClean="0"/>
              <a:t>29/04/2026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FC06AC4-8313-785C-6649-E7FE10DDDC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4675FA-38B0-94C6-CFDF-A88C32AA20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EF5FC8-5D01-4E96-85A6-E64C6331DED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0449002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1F0997-D6BB-2CE0-7AE4-589FF58AD9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2A99C5-E5CE-7761-7D80-40ABB10889B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1BFF749-C948-A567-6B05-EE3CA5741C4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18BDAAC-5F6B-9C43-438E-1CA0661BFD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075F7D-1024-4663-9409-2B9680284374}" type="datetimeFigureOut">
              <a:rPr lang="en-GB" smtClean="0"/>
              <a:t>29/04/2026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34BD1B0-77C3-EACD-E9B5-9B078AFA2F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EB60B01-2865-7C10-EB4D-778AF182AB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EF5FC8-5D01-4E96-85A6-E64C6331DED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3102115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D9E6AA-3BF3-A66B-1F54-3A3B7E3B22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A2E9C84-BC1A-F1E4-FDC6-9260CC7268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85092FA-CA24-1BD7-17CA-25292DA51E7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02F5E76-92F6-D504-C808-B214B7BC129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EB33FA6-5FB2-1DDA-5676-B8403EDE057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7D15B1C-92DE-436A-9A56-7657D258AF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075F7D-1024-4663-9409-2B9680284374}" type="datetimeFigureOut">
              <a:rPr lang="en-GB" smtClean="0"/>
              <a:t>29/04/2026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B9EC1C7-85F8-DDE4-975F-8D95946688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61F1294-D388-26AF-C1FB-8F369A4CDC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EF5FC8-5D01-4E96-85A6-E64C6331DED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9131690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48AB73-75BB-522E-085C-EDB16F037F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1D1E7F1-5514-16B3-F1CC-8C1CDE7922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075F7D-1024-4663-9409-2B9680284374}" type="datetimeFigureOut">
              <a:rPr lang="en-GB" smtClean="0"/>
              <a:t>29/04/2026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0A9D09A-8061-38BB-3613-0DEB4C0CC0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734D3A1-C859-D495-B546-57778D5769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EF5FC8-5D01-4E96-85A6-E64C6331DED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8380084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CCCF9F6-1AE6-39AA-BC46-C01C8611C1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075F7D-1024-4663-9409-2B9680284374}" type="datetimeFigureOut">
              <a:rPr lang="en-GB" smtClean="0"/>
              <a:t>29/04/2026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4A3A47A-D058-D17F-A504-C7BA286DA3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88661C4-D517-EE9C-F927-DA146EFC87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EF5FC8-5D01-4E96-85A6-E64C6331DED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901876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FF0BBC-FAFE-1179-67E1-FE3BAF06D8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BDF141-C42C-20AD-DE13-7B5A9E28C65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67878EF-BEFF-F8BE-342C-59EF1A05F1A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92BF9F4-2798-3E2D-5B14-5E602C052D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075F7D-1024-4663-9409-2B9680284374}" type="datetimeFigureOut">
              <a:rPr lang="en-GB" smtClean="0"/>
              <a:t>29/04/2026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D7AE4EF-C210-D742-9913-B16A9C0B8B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D969F6D-CA11-80A6-35C3-BD79240762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EF5FC8-5D01-4E96-85A6-E64C6331DED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271236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30E5EB-3241-0908-667D-297590D8EB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DF31A14-EB23-31DC-CBA3-500C4A63C22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6184302-A6BB-1A55-7BEC-C7AE32D106F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85C2008-862D-8040-2FFF-C1D33FF236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075F7D-1024-4663-9409-2B9680284374}" type="datetimeFigureOut">
              <a:rPr lang="en-GB" smtClean="0"/>
              <a:t>29/04/2026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DC810A5-6BFC-4AF0-5015-F3A29BD511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805C479-A04D-1531-8679-D5D80CD79B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EF5FC8-5D01-4E96-85A6-E64C6331DED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467599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36B4D9-84F8-EF78-295E-E6BA310D59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58262FD-D650-68FC-2044-454CC412546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A731BE5-5835-D3C4-1FC3-3B988678BC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075F7D-1024-4663-9409-2B9680284374}" type="datetimeFigureOut">
              <a:rPr lang="en-GB" smtClean="0"/>
              <a:t>29/04/2026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62DECF2-19B7-75F9-EC34-05E5F799AF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031DB2-1ECC-97D1-1233-3F054BF370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EF5FC8-5D01-4E96-85A6-E64C6331DED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3084052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49DFADA-D389-204F-AB46-E142E03E968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56E9BC3-B439-D83B-429A-B0080C5E375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761C113-1141-7655-537A-48B9A53EB4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075F7D-1024-4663-9409-2B9680284374}" type="datetimeFigureOut">
              <a:rPr lang="en-GB" smtClean="0"/>
              <a:t>29/04/2026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45380E-FB2D-4913-7D26-D5AE78EBE3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F064B1E-8E18-AC65-3ECB-779CADFEE2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EF5FC8-5D01-4E96-85A6-E64C6331DED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161155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67AEC70-134E-3DFB-2B55-5C5D599179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26CDD32-06D5-6940-43EB-3681FB071C5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7ED14DD-1286-D6E0-E95B-4C62431393A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B075F7D-1024-4663-9409-2B9680284374}" type="datetimeFigureOut">
              <a:rPr lang="en-GB" smtClean="0"/>
              <a:t>29/04/2026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438C0AD-607A-6307-CDF5-7088992981C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53C6B4D-AD4E-9B3E-2C6D-7A961CDE274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6EF5FC8-5D01-4E96-85A6-E64C6331DED1}" type="slidenum">
              <a:rPr lang="en-GB" smtClean="0"/>
              <a:t>‹#›</a:t>
            </a:fld>
            <a:endParaRPr lang="en-GB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CA51579-A3FE-8402-0536-5349DC5DD892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hdr"/>
              </p:ext>
            </p:extLst>
          </p:nvPr>
        </p:nvSpPr>
        <p:spPr>
          <a:xfrm>
            <a:off x="11674475" y="63500"/>
            <a:ext cx="485775" cy="13716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GB" sz="900">
                <a:solidFill>
                  <a:srgbClr val="5514B4">
                    <a:alpha val="50000"/>
                  </a:srgbClr>
                </a:solidFill>
                <a:latin typeface="Century Gothic" panose="020B0502020202020204" pitchFamily="34" charset="0"/>
              </a:rPr>
              <a:t>General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DB29528-259C-5536-5573-F0653253BD9C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11674475" y="6657340"/>
            <a:ext cx="485775" cy="13716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GB" sz="900">
                <a:solidFill>
                  <a:srgbClr val="5514B4">
                    <a:alpha val="50000"/>
                  </a:srgbClr>
                </a:solidFill>
                <a:latin typeface="Century Gothic" panose="020B0502020202020204" pitchFamily="34" charset="0"/>
              </a:rPr>
              <a:t>General</a:t>
            </a:r>
          </a:p>
        </p:txBody>
      </p:sp>
    </p:spTree>
    <p:extLst>
      <p:ext uri="{BB962C8B-B14F-4D97-AF65-F5344CB8AC3E}">
        <p14:creationId xmlns:p14="http://schemas.microsoft.com/office/powerpoint/2010/main" val="129482522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iasoscongress.org/en/international-programme/" TargetMode="Externa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4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aclanthology.org/2022.findings-acl.30/" TargetMode="External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0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16B067B1-F4E5-4FDF-813D-C9E872E800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45C1930-3731-DEE1-723E-2F1FE42EA15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47"/>
          <a:stretch>
            <a:fillRect/>
          </a:stretch>
        </p:blipFill>
        <p:spPr>
          <a:xfrm>
            <a:off x="307775" y="261437"/>
            <a:ext cx="11576450" cy="6335126"/>
          </a:xfrm>
          <a:prstGeom prst="rect">
            <a:avLst/>
          </a:prstGeom>
        </p:spPr>
      </p:pic>
      <p:pic>
        <p:nvPicPr>
          <p:cNvPr id="7" name="Picture 6">
            <a:hlinkClick r:id="rId3"/>
            <a:extLst>
              <a:ext uri="{FF2B5EF4-FFF2-40B4-BE49-F238E27FC236}">
                <a16:creationId xmlns:a16="http://schemas.microsoft.com/office/drawing/2014/main" id="{E98FDD81-02C4-201B-0B98-B1153C1EBE8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81911" y="3247467"/>
            <a:ext cx="1032610" cy="686711"/>
          </a:xfrm>
          <a:prstGeom prst="rect">
            <a:avLst/>
          </a:prstGeom>
          <a:ln>
            <a:solidFill>
              <a:schemeClr val="accent1"/>
            </a:solidFill>
          </a:ln>
        </p:spPr>
      </p:pic>
      <p:pic>
        <p:nvPicPr>
          <p:cNvPr id="9" name="Picture 8">
            <a:hlinkClick r:id="rId3"/>
            <a:extLst>
              <a:ext uri="{FF2B5EF4-FFF2-40B4-BE49-F238E27FC236}">
                <a16:creationId xmlns:a16="http://schemas.microsoft.com/office/drawing/2014/main" id="{3E68EA47-8DC3-EA48-4700-73670BF7CF8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90026" y="3424134"/>
            <a:ext cx="847725" cy="333375"/>
          </a:xfrm>
          <a:prstGeom prst="rect">
            <a:avLst/>
          </a:prstGeom>
          <a:ln>
            <a:solidFill>
              <a:schemeClr val="accent1"/>
            </a:solidFill>
          </a:ln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847A8C7F-9C26-D129-6929-A943DC6C77D1}"/>
              </a:ext>
            </a:extLst>
          </p:cNvPr>
          <p:cNvSpPr txBox="1"/>
          <p:nvPr/>
        </p:nvSpPr>
        <p:spPr>
          <a:xfrm>
            <a:off x="4652659" y="6578317"/>
            <a:ext cx="288668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sz="1400" b="1" dirty="0">
                <a:solidFill>
                  <a:srgbClr val="FFFF00"/>
                </a:solidFill>
              </a:rPr>
              <a:t>Slide 1 of 17</a:t>
            </a:r>
          </a:p>
        </p:txBody>
      </p:sp>
    </p:spTree>
    <p:extLst>
      <p:ext uri="{BB962C8B-B14F-4D97-AF65-F5344CB8AC3E}">
        <p14:creationId xmlns:p14="http://schemas.microsoft.com/office/powerpoint/2010/main" val="45442404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A97083A-B98F-FCF7-742F-9668C2A4A6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16B067B1-F4E5-4FDF-813D-C9E872E800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42ABAD4-4C8C-A1EA-8308-DC5ADAF094F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409" b="-1"/>
          <a:stretch>
            <a:fillRect/>
          </a:stretch>
        </p:blipFill>
        <p:spPr>
          <a:xfrm>
            <a:off x="307775" y="261437"/>
            <a:ext cx="11576450" cy="6335126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692D297-706A-26F1-65CB-362546D6FFF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61192" y="2465248"/>
            <a:ext cx="1237779" cy="347947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5D9BFD65-C3DC-0E32-4D40-EC71B1E8A63D}"/>
              </a:ext>
            </a:extLst>
          </p:cNvPr>
          <p:cNvSpPr txBox="1"/>
          <p:nvPr/>
        </p:nvSpPr>
        <p:spPr>
          <a:xfrm>
            <a:off x="4652659" y="6578317"/>
            <a:ext cx="288668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sz="1400" b="1" dirty="0">
                <a:solidFill>
                  <a:srgbClr val="FFFF00"/>
                </a:solidFill>
              </a:rPr>
              <a:t>Slide 2 of 17</a:t>
            </a:r>
          </a:p>
        </p:txBody>
      </p:sp>
    </p:spTree>
    <p:extLst>
      <p:ext uri="{BB962C8B-B14F-4D97-AF65-F5344CB8AC3E}">
        <p14:creationId xmlns:p14="http://schemas.microsoft.com/office/powerpoint/2010/main" val="123847930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8E90514-3DDA-D35E-66BA-9703A55FDA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angle 26">
            <a:extLst>
              <a:ext uri="{FF2B5EF4-FFF2-40B4-BE49-F238E27FC236}">
                <a16:creationId xmlns:a16="http://schemas.microsoft.com/office/drawing/2014/main" id="{16B067B1-F4E5-4FDF-813D-C9E872E800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866D41F-1054-B6DB-3035-89058B248D2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67"/>
          <a:stretch>
            <a:fillRect/>
          </a:stretch>
        </p:blipFill>
        <p:spPr>
          <a:xfrm>
            <a:off x="307775" y="261437"/>
            <a:ext cx="11576450" cy="6335126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2CAB713F-75FC-68AB-CEEB-2E7E8783C616}"/>
              </a:ext>
            </a:extLst>
          </p:cNvPr>
          <p:cNvSpPr txBox="1"/>
          <p:nvPr/>
        </p:nvSpPr>
        <p:spPr>
          <a:xfrm>
            <a:off x="4652659" y="6578317"/>
            <a:ext cx="288668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sz="1400" b="1" dirty="0">
                <a:solidFill>
                  <a:srgbClr val="FFFF00"/>
                </a:solidFill>
              </a:rPr>
              <a:t>Slide 3 of 17</a:t>
            </a:r>
          </a:p>
        </p:txBody>
      </p:sp>
    </p:spTree>
    <p:extLst>
      <p:ext uri="{BB962C8B-B14F-4D97-AF65-F5344CB8AC3E}">
        <p14:creationId xmlns:p14="http://schemas.microsoft.com/office/powerpoint/2010/main" val="392554316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F216B19-1A15-980C-10FE-3BC5189AD1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16B067B1-F4E5-4FDF-813D-C9E872E800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2BFBFCB-508C-1785-4AC9-FA9CB8180FF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47"/>
          <a:stretch>
            <a:fillRect/>
          </a:stretch>
        </p:blipFill>
        <p:spPr>
          <a:xfrm>
            <a:off x="307775" y="261437"/>
            <a:ext cx="11576450" cy="6335126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6416C00-241A-2F59-06FB-CC1F904A921B}"/>
              </a:ext>
            </a:extLst>
          </p:cNvPr>
          <p:cNvSpPr txBox="1"/>
          <p:nvPr/>
        </p:nvSpPr>
        <p:spPr>
          <a:xfrm>
            <a:off x="4652659" y="6578317"/>
            <a:ext cx="288668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sz="1400" b="1" dirty="0">
                <a:solidFill>
                  <a:srgbClr val="FFFF00"/>
                </a:solidFill>
              </a:rPr>
              <a:t>Slide 4 of 17</a:t>
            </a:r>
          </a:p>
        </p:txBody>
      </p:sp>
    </p:spTree>
    <p:extLst>
      <p:ext uri="{BB962C8B-B14F-4D97-AF65-F5344CB8AC3E}">
        <p14:creationId xmlns:p14="http://schemas.microsoft.com/office/powerpoint/2010/main" val="385711860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D4CCB89-FB9E-131D-837D-4608FAF44A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16B067B1-F4E5-4FDF-813D-C9E872E800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0D998B4-525B-F3C9-7E0D-072E5B52E03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866"/>
          <a:stretch>
            <a:fillRect/>
          </a:stretch>
        </p:blipFill>
        <p:spPr>
          <a:xfrm>
            <a:off x="307775" y="261437"/>
            <a:ext cx="11576450" cy="6335126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4611C32E-4C3B-72B4-CC30-316818B68DF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3899" y="2142675"/>
            <a:ext cx="11264201" cy="3333264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9DE4918-1102-25D8-9AA4-4AF5A7D42974}"/>
              </a:ext>
            </a:extLst>
          </p:cNvPr>
          <p:cNvSpPr txBox="1"/>
          <p:nvPr/>
        </p:nvSpPr>
        <p:spPr>
          <a:xfrm>
            <a:off x="4652659" y="6578317"/>
            <a:ext cx="288668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sz="1400" b="1" dirty="0">
                <a:solidFill>
                  <a:srgbClr val="FFFF00"/>
                </a:solidFill>
              </a:rPr>
              <a:t>Slide 5 of 17</a:t>
            </a:r>
          </a:p>
        </p:txBody>
      </p:sp>
    </p:spTree>
    <p:extLst>
      <p:ext uri="{BB962C8B-B14F-4D97-AF65-F5344CB8AC3E}">
        <p14:creationId xmlns:p14="http://schemas.microsoft.com/office/powerpoint/2010/main" val="288933149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accent2">
                <a:lumMod val="50000"/>
              </a:schemeClr>
            </a:gs>
            <a:gs pos="48000">
              <a:schemeClr val="accent1">
                <a:lumMod val="97000"/>
                <a:lumOff val="3000"/>
              </a:schemeClr>
            </a:gs>
            <a:gs pos="100000">
              <a:schemeClr val="accent1">
                <a:lumMod val="60000"/>
                <a:lumOff val="40000"/>
              </a:schemeClr>
            </a:gs>
          </a:gsLst>
          <a:lin ang="162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CB668C8-8736-534C-B194-9E6DAA449D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1890" y="291859"/>
            <a:ext cx="11168220" cy="627428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9F0827B-D8B9-7572-17EB-3D966BE75B4F}"/>
              </a:ext>
            </a:extLst>
          </p:cNvPr>
          <p:cNvSpPr txBox="1"/>
          <p:nvPr/>
        </p:nvSpPr>
        <p:spPr>
          <a:xfrm>
            <a:off x="4652659" y="6578317"/>
            <a:ext cx="288668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sz="1400" b="1" dirty="0">
                <a:solidFill>
                  <a:srgbClr val="FFFF00"/>
                </a:solidFill>
              </a:rPr>
              <a:t>Slide 6 of 17</a:t>
            </a:r>
          </a:p>
        </p:txBody>
      </p:sp>
    </p:spTree>
    <p:extLst>
      <p:ext uri="{BB962C8B-B14F-4D97-AF65-F5344CB8AC3E}">
        <p14:creationId xmlns:p14="http://schemas.microsoft.com/office/powerpoint/2010/main" val="158845635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2A46DF4-F1E9-9E3B-998A-23002C951D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16B067B1-F4E5-4FDF-813D-C9E872E800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A09819B-D0C9-676A-7BC4-F92DE05AFD7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712"/>
          <a:stretch>
            <a:fillRect/>
          </a:stretch>
        </p:blipFill>
        <p:spPr>
          <a:xfrm>
            <a:off x="307775" y="261437"/>
            <a:ext cx="11576450" cy="6335126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21F91C30-E20A-CFE3-FF0D-F24D335ADE19}"/>
              </a:ext>
            </a:extLst>
          </p:cNvPr>
          <p:cNvSpPr txBox="1"/>
          <p:nvPr/>
        </p:nvSpPr>
        <p:spPr>
          <a:xfrm>
            <a:off x="4652659" y="6578317"/>
            <a:ext cx="288668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sz="1400" b="1" dirty="0">
                <a:solidFill>
                  <a:srgbClr val="FFFF00"/>
                </a:solidFill>
              </a:rPr>
              <a:t>Slide 7 of 17</a:t>
            </a:r>
          </a:p>
        </p:txBody>
      </p:sp>
    </p:spTree>
    <p:extLst>
      <p:ext uri="{BB962C8B-B14F-4D97-AF65-F5344CB8AC3E}">
        <p14:creationId xmlns:p14="http://schemas.microsoft.com/office/powerpoint/2010/main" val="223603175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A345D26-7324-C029-9A63-91DD741468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16B067B1-F4E5-4FDF-813D-C9E872E800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3D14FCE-1946-D3B3-3A85-25DCA9C6F27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47"/>
          <a:stretch>
            <a:fillRect/>
          </a:stretch>
        </p:blipFill>
        <p:spPr>
          <a:xfrm>
            <a:off x="307775" y="261437"/>
            <a:ext cx="11576450" cy="6335126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11FCA6D-1327-895F-FF09-C74493F0C3FA}"/>
              </a:ext>
            </a:extLst>
          </p:cNvPr>
          <p:cNvSpPr txBox="1"/>
          <p:nvPr/>
        </p:nvSpPr>
        <p:spPr>
          <a:xfrm>
            <a:off x="4652659" y="6578317"/>
            <a:ext cx="288668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sz="1400" b="1" dirty="0">
                <a:solidFill>
                  <a:srgbClr val="FFFF00"/>
                </a:solidFill>
              </a:rPr>
              <a:t>Slide 8 of 17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A5EBC4C-26F0-C5D8-FF09-E941F2AED7C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0319" y="1253886"/>
            <a:ext cx="1448002" cy="160042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5506D53-7AD9-4983-E93D-04F5AA9C9AB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79759" y="1301517"/>
            <a:ext cx="1162212" cy="15051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6321782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FBA983F-6F58-D082-550D-5095941468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16B067B1-F4E5-4FDF-813D-C9E872E800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A38F07E-2A9E-D58F-985F-ABEAB40A688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409" b="-1"/>
          <a:stretch>
            <a:fillRect/>
          </a:stretch>
        </p:blipFill>
        <p:spPr>
          <a:xfrm>
            <a:off x="307775" y="261437"/>
            <a:ext cx="11576450" cy="6335126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2C793F58-B65D-04AA-56F1-DEDA9B4F9A92}"/>
              </a:ext>
            </a:extLst>
          </p:cNvPr>
          <p:cNvSpPr txBox="1"/>
          <p:nvPr/>
        </p:nvSpPr>
        <p:spPr>
          <a:xfrm>
            <a:off x="4652659" y="6578317"/>
            <a:ext cx="288668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sz="1400" b="1" dirty="0">
                <a:solidFill>
                  <a:srgbClr val="FFFF00"/>
                </a:solidFill>
              </a:rPr>
              <a:t>Slide 9 of 17</a:t>
            </a:r>
          </a:p>
        </p:txBody>
      </p:sp>
    </p:spTree>
    <p:extLst>
      <p:ext uri="{BB962C8B-B14F-4D97-AF65-F5344CB8AC3E}">
        <p14:creationId xmlns:p14="http://schemas.microsoft.com/office/powerpoint/2010/main" val="329192486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EFC9AF6-68BB-4AFE-761D-8A4173095F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16B067B1-F4E5-4FDF-813D-C9E872E800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BA1C43E-4E24-AE0C-A2C0-EE9539C43AE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398"/>
          <a:stretch>
            <a:fillRect/>
          </a:stretch>
        </p:blipFill>
        <p:spPr>
          <a:xfrm>
            <a:off x="307775" y="261437"/>
            <a:ext cx="11576450" cy="6335126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C2638FEE-DBE7-BB31-B4FA-F46C156AF473}"/>
              </a:ext>
            </a:extLst>
          </p:cNvPr>
          <p:cNvSpPr txBox="1"/>
          <p:nvPr/>
        </p:nvSpPr>
        <p:spPr>
          <a:xfrm>
            <a:off x="4652659" y="6578317"/>
            <a:ext cx="288668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sz="1400" b="1" dirty="0">
                <a:solidFill>
                  <a:srgbClr val="FFFF00"/>
                </a:solidFill>
              </a:rPr>
              <a:t>Slide 10 of 17</a:t>
            </a:r>
          </a:p>
        </p:txBody>
      </p:sp>
    </p:spTree>
    <p:extLst>
      <p:ext uri="{BB962C8B-B14F-4D97-AF65-F5344CB8AC3E}">
        <p14:creationId xmlns:p14="http://schemas.microsoft.com/office/powerpoint/2010/main" val="209731137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5E8FEB9-EE1C-C58B-DDA1-513512A57F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AB8C311F-7253-4AED-9701-7FC0708C41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2384209-CB15-4CDF-9D31-C44FD9A3F2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2666617" y="-2666188"/>
            <a:ext cx="6858000" cy="12191233"/>
          </a:xfrm>
          <a:prstGeom prst="rect">
            <a:avLst/>
          </a:prstGeom>
          <a:gradFill>
            <a:gsLst>
              <a:gs pos="8000">
                <a:schemeClr val="accent1"/>
              </a:gs>
              <a:gs pos="100000">
                <a:schemeClr val="accent1">
                  <a:lumMod val="50000"/>
                </a:schemeClr>
              </a:gs>
            </a:gsLst>
            <a:lin ang="12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633B3B5-CC90-43F0-8714-D31D1F3F02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2311" y="0"/>
            <a:ext cx="9070846" cy="6857572"/>
          </a:xfrm>
          <a:prstGeom prst="rect">
            <a:avLst/>
          </a:prstGeom>
          <a:gradFill>
            <a:gsLst>
              <a:gs pos="8000">
                <a:srgbClr val="000000">
                  <a:alpha val="52000"/>
                </a:srgbClr>
              </a:gs>
              <a:gs pos="100000">
                <a:schemeClr val="accent1"/>
              </a:gs>
            </a:gsLst>
            <a:lin ang="4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8D57A06-A426-446D-B02C-A2DC6B62E4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3649491" y="-1685840"/>
            <a:ext cx="4894564" cy="12193546"/>
          </a:xfrm>
          <a:prstGeom prst="rect">
            <a:avLst/>
          </a:prstGeom>
          <a:gradFill>
            <a:gsLst>
              <a:gs pos="0">
                <a:schemeClr val="accent5">
                  <a:lumMod val="60000"/>
                  <a:lumOff val="40000"/>
                  <a:alpha val="0"/>
                </a:schemeClr>
              </a:gs>
              <a:gs pos="100000">
                <a:srgbClr val="000000">
                  <a:alpha val="46000"/>
                </a:srgbClr>
              </a:gs>
            </a:gsLst>
            <a:lin ang="1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10DF92C-91C1-EAED-E22D-5D28499A4FA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852"/>
          <a:stretch>
            <a:fillRect/>
          </a:stretch>
        </p:blipFill>
        <p:spPr>
          <a:xfrm>
            <a:off x="457200" y="457200"/>
            <a:ext cx="11277600" cy="59436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F70366B6-ED84-9C36-38C3-A8F3EC0A0BE6}"/>
              </a:ext>
            </a:extLst>
          </p:cNvPr>
          <p:cNvSpPr txBox="1"/>
          <p:nvPr/>
        </p:nvSpPr>
        <p:spPr>
          <a:xfrm>
            <a:off x="4652659" y="6578317"/>
            <a:ext cx="288668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sz="1400" b="1" dirty="0">
                <a:solidFill>
                  <a:srgbClr val="FFFF00"/>
                </a:solidFill>
              </a:rPr>
              <a:t>Slide 11 of 17</a:t>
            </a:r>
          </a:p>
        </p:txBody>
      </p:sp>
    </p:spTree>
    <p:extLst>
      <p:ext uri="{BB962C8B-B14F-4D97-AF65-F5344CB8AC3E}">
        <p14:creationId xmlns:p14="http://schemas.microsoft.com/office/powerpoint/2010/main" val="192028819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C7953E0-53DF-488C-88F2-4FE27EA150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" name="Rectangle 19">
            <a:extLst>
              <a:ext uri="{FF2B5EF4-FFF2-40B4-BE49-F238E27FC236}">
                <a16:creationId xmlns:a16="http://schemas.microsoft.com/office/drawing/2014/main" id="{AB8C311F-7253-4AED-9701-7FC0708C41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2384209-CB15-4CDF-9D31-C44FD9A3F2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2666617" y="-2666188"/>
            <a:ext cx="6858000" cy="12191233"/>
          </a:xfrm>
          <a:prstGeom prst="rect">
            <a:avLst/>
          </a:prstGeom>
          <a:gradFill>
            <a:gsLst>
              <a:gs pos="8000">
                <a:schemeClr val="accent1"/>
              </a:gs>
              <a:gs pos="100000">
                <a:schemeClr val="accent1">
                  <a:lumMod val="50000"/>
                </a:schemeClr>
              </a:gs>
            </a:gsLst>
            <a:lin ang="12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633B3B5-CC90-43F0-8714-D31D1F3F02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2311" y="0"/>
            <a:ext cx="9070846" cy="6857572"/>
          </a:xfrm>
          <a:prstGeom prst="rect">
            <a:avLst/>
          </a:prstGeom>
          <a:gradFill>
            <a:gsLst>
              <a:gs pos="8000">
                <a:srgbClr val="000000">
                  <a:alpha val="52000"/>
                </a:srgbClr>
              </a:gs>
              <a:gs pos="100000">
                <a:schemeClr val="accent1"/>
              </a:gs>
            </a:gsLst>
            <a:lin ang="4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8D57A06-A426-446D-B02C-A2DC6B62E4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3649491" y="-1685840"/>
            <a:ext cx="4894564" cy="12193546"/>
          </a:xfrm>
          <a:prstGeom prst="rect">
            <a:avLst/>
          </a:prstGeom>
          <a:gradFill>
            <a:gsLst>
              <a:gs pos="0">
                <a:schemeClr val="accent5">
                  <a:lumMod val="60000"/>
                  <a:lumOff val="40000"/>
                  <a:alpha val="0"/>
                </a:schemeClr>
              </a:gs>
              <a:gs pos="100000">
                <a:srgbClr val="000000">
                  <a:alpha val="46000"/>
                </a:srgbClr>
              </a:gs>
            </a:gsLst>
            <a:lin ang="1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A6FB869-8162-7532-BF1F-C26E384E72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8026" y="457200"/>
            <a:ext cx="10955947" cy="59436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9D309CAB-5C1A-0070-A042-E85FC364B03B}"/>
              </a:ext>
            </a:extLst>
          </p:cNvPr>
          <p:cNvSpPr txBox="1"/>
          <p:nvPr/>
        </p:nvSpPr>
        <p:spPr>
          <a:xfrm>
            <a:off x="4652659" y="6578317"/>
            <a:ext cx="288668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sz="1400" b="1" dirty="0">
                <a:solidFill>
                  <a:srgbClr val="FFFF00"/>
                </a:solidFill>
              </a:rPr>
              <a:t>Slide 12 of 17</a:t>
            </a:r>
          </a:p>
        </p:txBody>
      </p:sp>
    </p:spTree>
    <p:extLst>
      <p:ext uri="{BB962C8B-B14F-4D97-AF65-F5344CB8AC3E}">
        <p14:creationId xmlns:p14="http://schemas.microsoft.com/office/powerpoint/2010/main" val="103889678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F4B9CBB-29BF-50B3-64D2-7C0BC1C616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AB8C311F-7253-4AED-9701-7FC0708C41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2384209-CB15-4CDF-9D31-C44FD9A3F2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2666617" y="-2666188"/>
            <a:ext cx="6858000" cy="12191233"/>
          </a:xfrm>
          <a:prstGeom prst="rect">
            <a:avLst/>
          </a:prstGeom>
          <a:gradFill>
            <a:gsLst>
              <a:gs pos="8000">
                <a:schemeClr val="accent1"/>
              </a:gs>
              <a:gs pos="100000">
                <a:schemeClr val="accent1">
                  <a:lumMod val="50000"/>
                </a:schemeClr>
              </a:gs>
            </a:gsLst>
            <a:lin ang="12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633B3B5-CC90-43F0-8714-D31D1F3F02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2311" y="0"/>
            <a:ext cx="9070846" cy="6857572"/>
          </a:xfrm>
          <a:prstGeom prst="rect">
            <a:avLst/>
          </a:prstGeom>
          <a:gradFill>
            <a:gsLst>
              <a:gs pos="8000">
                <a:srgbClr val="000000">
                  <a:alpha val="52000"/>
                </a:srgbClr>
              </a:gs>
              <a:gs pos="100000">
                <a:schemeClr val="accent1"/>
              </a:gs>
            </a:gsLst>
            <a:lin ang="4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8D57A06-A426-446D-B02C-A2DC6B62E4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3649491" y="-1685840"/>
            <a:ext cx="4894564" cy="12193546"/>
          </a:xfrm>
          <a:prstGeom prst="rect">
            <a:avLst/>
          </a:prstGeom>
          <a:gradFill>
            <a:gsLst>
              <a:gs pos="0">
                <a:schemeClr val="accent5">
                  <a:lumMod val="60000"/>
                  <a:lumOff val="40000"/>
                  <a:alpha val="0"/>
                </a:schemeClr>
              </a:gs>
              <a:gs pos="100000">
                <a:srgbClr val="000000">
                  <a:alpha val="46000"/>
                </a:srgbClr>
              </a:gs>
            </a:gsLst>
            <a:lin ang="1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6720F03-1136-DC9D-FEDF-4CB242D82D7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214" y="457200"/>
            <a:ext cx="10613571" cy="5943600"/>
          </a:xfrm>
          <a:prstGeom prst="rect">
            <a:avLst/>
          </a:prstGeom>
        </p:spPr>
      </p:pic>
      <p:pic>
        <p:nvPicPr>
          <p:cNvPr id="5" name="Picture 4">
            <a:hlinkClick r:id="rId3"/>
            <a:extLst>
              <a:ext uri="{FF2B5EF4-FFF2-40B4-BE49-F238E27FC236}">
                <a16:creationId xmlns:a16="http://schemas.microsoft.com/office/drawing/2014/main" id="{7BF81929-C77D-5986-51CF-D625A544C79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4665" y="2100891"/>
            <a:ext cx="373302" cy="159987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A2579A7-DA6C-2A7D-93D6-6F8A61D0F727}"/>
              </a:ext>
            </a:extLst>
          </p:cNvPr>
          <p:cNvSpPr txBox="1"/>
          <p:nvPr/>
        </p:nvSpPr>
        <p:spPr>
          <a:xfrm>
            <a:off x="4652659" y="6578317"/>
            <a:ext cx="288668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sz="1400" b="1" dirty="0">
                <a:solidFill>
                  <a:srgbClr val="FFFF00"/>
                </a:solidFill>
              </a:rPr>
              <a:t>Slide 13 of 17</a:t>
            </a:r>
          </a:p>
        </p:txBody>
      </p:sp>
    </p:spTree>
    <p:extLst>
      <p:ext uri="{BB962C8B-B14F-4D97-AF65-F5344CB8AC3E}">
        <p14:creationId xmlns:p14="http://schemas.microsoft.com/office/powerpoint/2010/main" val="382304548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7FEDFD9-13F5-4D48-D2A2-2D498879FC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6" name="Rectangle 15">
            <a:extLst>
              <a:ext uri="{FF2B5EF4-FFF2-40B4-BE49-F238E27FC236}">
                <a16:creationId xmlns:a16="http://schemas.microsoft.com/office/drawing/2014/main" id="{AB8C311F-7253-4AED-9701-7FC0708C41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2384209-CB15-4CDF-9D31-C44FD9A3F2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2666617" y="-2666188"/>
            <a:ext cx="6858000" cy="12191233"/>
          </a:xfrm>
          <a:prstGeom prst="rect">
            <a:avLst/>
          </a:prstGeom>
          <a:gradFill>
            <a:gsLst>
              <a:gs pos="8000">
                <a:schemeClr val="accent1"/>
              </a:gs>
              <a:gs pos="100000">
                <a:schemeClr val="accent1">
                  <a:lumMod val="50000"/>
                </a:schemeClr>
              </a:gs>
            </a:gsLst>
            <a:lin ang="12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633B3B5-CC90-43F0-8714-D31D1F3F02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2311" y="0"/>
            <a:ext cx="9070846" cy="6857572"/>
          </a:xfrm>
          <a:prstGeom prst="rect">
            <a:avLst/>
          </a:prstGeom>
          <a:gradFill>
            <a:gsLst>
              <a:gs pos="8000">
                <a:srgbClr val="000000">
                  <a:alpha val="52000"/>
                </a:srgbClr>
              </a:gs>
              <a:gs pos="100000">
                <a:schemeClr val="accent1"/>
              </a:gs>
            </a:gsLst>
            <a:lin ang="4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A8D57A06-A426-446D-B02C-A2DC6B62E4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3649491" y="-1685840"/>
            <a:ext cx="4894564" cy="12193546"/>
          </a:xfrm>
          <a:prstGeom prst="rect">
            <a:avLst/>
          </a:prstGeom>
          <a:gradFill>
            <a:gsLst>
              <a:gs pos="0">
                <a:schemeClr val="accent5">
                  <a:lumMod val="60000"/>
                  <a:lumOff val="40000"/>
                  <a:alpha val="0"/>
                </a:schemeClr>
              </a:gs>
              <a:gs pos="100000">
                <a:srgbClr val="000000">
                  <a:alpha val="46000"/>
                </a:srgbClr>
              </a:gs>
            </a:gsLst>
            <a:lin ang="1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1A07F75-724A-AA50-EA79-9C1269C4AE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2316" y="457200"/>
            <a:ext cx="10427368" cy="59436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7F1F697-ED03-F318-09C6-2869A023E425}"/>
              </a:ext>
            </a:extLst>
          </p:cNvPr>
          <p:cNvSpPr txBox="1"/>
          <p:nvPr/>
        </p:nvSpPr>
        <p:spPr>
          <a:xfrm>
            <a:off x="4652659" y="6578317"/>
            <a:ext cx="288668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sz="1400" b="1" dirty="0">
                <a:solidFill>
                  <a:srgbClr val="FFFF00"/>
                </a:solidFill>
              </a:rPr>
              <a:t>Slide 14 of 17</a:t>
            </a:r>
          </a:p>
        </p:txBody>
      </p:sp>
    </p:spTree>
    <p:extLst>
      <p:ext uri="{BB962C8B-B14F-4D97-AF65-F5344CB8AC3E}">
        <p14:creationId xmlns:p14="http://schemas.microsoft.com/office/powerpoint/2010/main" val="277132756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9E22C2B-ED7B-A6A9-8C94-ED0F5E7C54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AB8C311F-7253-4AED-9701-7FC0708C41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2384209-CB15-4CDF-9D31-C44FD9A3F2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2666617" y="-2666188"/>
            <a:ext cx="6858000" cy="12191233"/>
          </a:xfrm>
          <a:prstGeom prst="rect">
            <a:avLst/>
          </a:prstGeom>
          <a:gradFill>
            <a:gsLst>
              <a:gs pos="8000">
                <a:schemeClr val="accent1"/>
              </a:gs>
              <a:gs pos="100000">
                <a:schemeClr val="accent1">
                  <a:lumMod val="50000"/>
                </a:schemeClr>
              </a:gs>
            </a:gsLst>
            <a:lin ang="12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633B3B5-CC90-43F0-8714-D31D1F3F02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2311" y="0"/>
            <a:ext cx="9070846" cy="6857572"/>
          </a:xfrm>
          <a:prstGeom prst="rect">
            <a:avLst/>
          </a:prstGeom>
          <a:gradFill>
            <a:gsLst>
              <a:gs pos="8000">
                <a:srgbClr val="000000">
                  <a:alpha val="52000"/>
                </a:srgbClr>
              </a:gs>
              <a:gs pos="100000">
                <a:schemeClr val="accent1"/>
              </a:gs>
            </a:gsLst>
            <a:lin ang="4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8D57A06-A426-446D-B02C-A2DC6B62E4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3649491" y="-1685840"/>
            <a:ext cx="4894564" cy="12193546"/>
          </a:xfrm>
          <a:prstGeom prst="rect">
            <a:avLst/>
          </a:prstGeom>
          <a:gradFill>
            <a:gsLst>
              <a:gs pos="0">
                <a:schemeClr val="accent5">
                  <a:lumMod val="60000"/>
                  <a:lumOff val="40000"/>
                  <a:alpha val="0"/>
                </a:schemeClr>
              </a:gs>
              <a:gs pos="100000">
                <a:srgbClr val="000000">
                  <a:alpha val="46000"/>
                </a:srgbClr>
              </a:gs>
            </a:gsLst>
            <a:lin ang="1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FD5A26C-AC1D-7F7E-4216-39C707B1082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800" b="2377"/>
          <a:stretch>
            <a:fillRect/>
          </a:stretch>
        </p:blipFill>
        <p:spPr>
          <a:xfrm>
            <a:off x="457200" y="457200"/>
            <a:ext cx="11277600" cy="59436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A51DBEDB-2005-9215-3CA5-5AFB30DE25F5}"/>
              </a:ext>
            </a:extLst>
          </p:cNvPr>
          <p:cNvSpPr txBox="1"/>
          <p:nvPr/>
        </p:nvSpPr>
        <p:spPr>
          <a:xfrm>
            <a:off x="4652659" y="6578317"/>
            <a:ext cx="288668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sz="1400" b="1" dirty="0">
                <a:solidFill>
                  <a:srgbClr val="FFFF00"/>
                </a:solidFill>
              </a:rPr>
              <a:t>Slide 15 of 17</a:t>
            </a:r>
          </a:p>
        </p:txBody>
      </p:sp>
    </p:spTree>
    <p:extLst>
      <p:ext uri="{BB962C8B-B14F-4D97-AF65-F5344CB8AC3E}">
        <p14:creationId xmlns:p14="http://schemas.microsoft.com/office/powerpoint/2010/main" val="366706317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AB8C311F-7253-4AED-9701-7FC0708C41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2384209-CB15-4CDF-9D31-C44FD9A3F2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2666617" y="-2666188"/>
            <a:ext cx="6858000" cy="12191233"/>
          </a:xfrm>
          <a:prstGeom prst="rect">
            <a:avLst/>
          </a:prstGeom>
          <a:gradFill>
            <a:gsLst>
              <a:gs pos="8000">
                <a:schemeClr val="accent1"/>
              </a:gs>
              <a:gs pos="100000">
                <a:schemeClr val="accent1">
                  <a:lumMod val="50000"/>
                </a:schemeClr>
              </a:gs>
            </a:gsLst>
            <a:lin ang="12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633B3B5-CC90-43F0-8714-D31D1F3F02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2311" y="0"/>
            <a:ext cx="9070846" cy="6857572"/>
          </a:xfrm>
          <a:prstGeom prst="rect">
            <a:avLst/>
          </a:prstGeom>
          <a:gradFill>
            <a:gsLst>
              <a:gs pos="8000">
                <a:srgbClr val="000000">
                  <a:alpha val="52000"/>
                </a:srgbClr>
              </a:gs>
              <a:gs pos="100000">
                <a:schemeClr val="accent1"/>
              </a:gs>
            </a:gsLst>
            <a:lin ang="4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8D57A06-A426-446D-B02C-A2DC6B62E4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3649491" y="-1685840"/>
            <a:ext cx="4894564" cy="12193546"/>
          </a:xfrm>
          <a:prstGeom prst="rect">
            <a:avLst/>
          </a:prstGeom>
          <a:gradFill>
            <a:gsLst>
              <a:gs pos="0">
                <a:schemeClr val="accent5">
                  <a:lumMod val="60000"/>
                  <a:lumOff val="40000"/>
                  <a:alpha val="0"/>
                </a:schemeClr>
              </a:gs>
              <a:gs pos="100000">
                <a:srgbClr val="000000">
                  <a:alpha val="46000"/>
                </a:srgbClr>
              </a:gs>
            </a:gsLst>
            <a:lin ang="1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8D7D182-87AE-0875-4A93-CEFF42FA780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3739"/>
          <a:stretch>
            <a:fillRect/>
          </a:stretch>
        </p:blipFill>
        <p:spPr>
          <a:xfrm>
            <a:off x="457200" y="457200"/>
            <a:ext cx="11277600" cy="59436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3D66442B-1043-ED72-B7B7-712AB19D1D40}"/>
              </a:ext>
            </a:extLst>
          </p:cNvPr>
          <p:cNvSpPr txBox="1"/>
          <p:nvPr/>
        </p:nvSpPr>
        <p:spPr>
          <a:xfrm>
            <a:off x="4652659" y="6578317"/>
            <a:ext cx="288668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sz="1400" b="1" dirty="0">
                <a:solidFill>
                  <a:srgbClr val="FFFF00"/>
                </a:solidFill>
              </a:rPr>
              <a:t>Slide 16 of 17</a:t>
            </a:r>
          </a:p>
        </p:txBody>
      </p:sp>
    </p:spTree>
    <p:extLst>
      <p:ext uri="{BB962C8B-B14F-4D97-AF65-F5344CB8AC3E}">
        <p14:creationId xmlns:p14="http://schemas.microsoft.com/office/powerpoint/2010/main" val="219102082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AB8C311F-7253-4AED-9701-7FC0708C41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2384209-CB15-4CDF-9D31-C44FD9A3F2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2666617" y="-2666188"/>
            <a:ext cx="6858000" cy="12191233"/>
          </a:xfrm>
          <a:prstGeom prst="rect">
            <a:avLst/>
          </a:prstGeom>
          <a:gradFill>
            <a:gsLst>
              <a:gs pos="8000">
                <a:schemeClr val="accent1"/>
              </a:gs>
              <a:gs pos="100000">
                <a:schemeClr val="accent1">
                  <a:lumMod val="50000"/>
                </a:schemeClr>
              </a:gs>
            </a:gsLst>
            <a:lin ang="12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633B3B5-CC90-43F0-8714-D31D1F3F02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2311" y="0"/>
            <a:ext cx="9070846" cy="6857572"/>
          </a:xfrm>
          <a:prstGeom prst="rect">
            <a:avLst/>
          </a:prstGeom>
          <a:gradFill>
            <a:gsLst>
              <a:gs pos="8000">
                <a:srgbClr val="000000">
                  <a:alpha val="52000"/>
                </a:srgbClr>
              </a:gs>
              <a:gs pos="100000">
                <a:schemeClr val="accent1"/>
              </a:gs>
            </a:gsLst>
            <a:lin ang="4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8D57A06-A426-446D-B02C-A2DC6B62E4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3649491" y="-1685840"/>
            <a:ext cx="4894564" cy="12193546"/>
          </a:xfrm>
          <a:prstGeom prst="rect">
            <a:avLst/>
          </a:prstGeom>
          <a:gradFill>
            <a:gsLst>
              <a:gs pos="0">
                <a:schemeClr val="accent5">
                  <a:lumMod val="60000"/>
                  <a:lumOff val="40000"/>
                  <a:alpha val="0"/>
                </a:schemeClr>
              </a:gs>
              <a:gs pos="100000">
                <a:srgbClr val="000000">
                  <a:alpha val="46000"/>
                </a:srgbClr>
              </a:gs>
            </a:gsLst>
            <a:lin ang="1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C1C26B3-F344-7C4E-1F3B-FE85799EE0B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90"/>
          <a:stretch>
            <a:fillRect/>
          </a:stretch>
        </p:blipFill>
        <p:spPr>
          <a:xfrm>
            <a:off x="457200" y="457200"/>
            <a:ext cx="11277600" cy="59436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DD30ACF-A431-B5BA-529B-509830EFA6E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89608" y="5026688"/>
            <a:ext cx="1220036" cy="1223387"/>
          </a:xfrm>
          <a:prstGeom prst="rect">
            <a:avLst/>
          </a:prstGeom>
          <a:ln w="38100">
            <a:solidFill>
              <a:schemeClr val="tx1"/>
            </a:solidFill>
          </a:ln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D7F3E1E-4D29-2D74-17EA-BD438C09ABA7}"/>
              </a:ext>
            </a:extLst>
          </p:cNvPr>
          <p:cNvSpPr txBox="1"/>
          <p:nvPr/>
        </p:nvSpPr>
        <p:spPr>
          <a:xfrm>
            <a:off x="4652659" y="6578317"/>
            <a:ext cx="288668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sz="1400" b="1" dirty="0">
                <a:solidFill>
                  <a:srgbClr val="FFFF00"/>
                </a:solidFill>
              </a:rPr>
              <a:t>Slide 17 of 17</a:t>
            </a:r>
          </a:p>
        </p:txBody>
      </p:sp>
    </p:spTree>
    <p:extLst>
      <p:ext uri="{BB962C8B-B14F-4D97-AF65-F5344CB8AC3E}">
        <p14:creationId xmlns:p14="http://schemas.microsoft.com/office/powerpoint/2010/main" val="396188579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93</TotalTime>
  <Words>68</Words>
  <Application>Microsoft Office PowerPoint</Application>
  <PresentationFormat>Widescreen</PresentationFormat>
  <Paragraphs>17</Paragraphs>
  <Slides>17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2" baseType="lpstr">
      <vt:lpstr>Aptos</vt:lpstr>
      <vt:lpstr>Aptos Display</vt:lpstr>
      <vt:lpstr>Arial</vt:lpstr>
      <vt:lpstr>Century Gothic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Mayukh Mukhopadhyay</dc:creator>
  <cp:lastModifiedBy>Mayukh Mukhopadhyay (QMJ C)</cp:lastModifiedBy>
  <cp:revision>8</cp:revision>
  <dcterms:created xsi:type="dcterms:W3CDTF">2026-04-26T05:43:30Z</dcterms:created>
  <dcterms:modified xsi:type="dcterms:W3CDTF">2026-04-29T12:53:57Z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55818d02-8d25-4bb9-b27c-e4db64670887_Enabled">
    <vt:lpwstr>true</vt:lpwstr>
  </property>
  <property fmtid="{D5CDD505-2E9C-101B-9397-08002B2CF9AE}" pid="3" name="MSIP_Label_55818d02-8d25-4bb9-b27c-e4db64670887_SetDate">
    <vt:lpwstr>2026-04-28T06:10:26Z</vt:lpwstr>
  </property>
  <property fmtid="{D5CDD505-2E9C-101B-9397-08002B2CF9AE}" pid="4" name="MSIP_Label_55818d02-8d25-4bb9-b27c-e4db64670887_Method">
    <vt:lpwstr>Standard</vt:lpwstr>
  </property>
  <property fmtid="{D5CDD505-2E9C-101B-9397-08002B2CF9AE}" pid="5" name="MSIP_Label_55818d02-8d25-4bb9-b27c-e4db64670887_Name">
    <vt:lpwstr>55818d02-8d25-4bb9-b27c-e4db64670887</vt:lpwstr>
  </property>
  <property fmtid="{D5CDD505-2E9C-101B-9397-08002B2CF9AE}" pid="6" name="MSIP_Label_55818d02-8d25-4bb9-b27c-e4db64670887_SiteId">
    <vt:lpwstr>a7f35688-9c00-4d5e-ba41-29f146377ab0</vt:lpwstr>
  </property>
  <property fmtid="{D5CDD505-2E9C-101B-9397-08002B2CF9AE}" pid="7" name="MSIP_Label_55818d02-8d25-4bb9-b27c-e4db64670887_ActionId">
    <vt:lpwstr>c880bf38-ed9d-42d6-ab64-b5667aad71d1</vt:lpwstr>
  </property>
  <property fmtid="{D5CDD505-2E9C-101B-9397-08002B2CF9AE}" pid="8" name="MSIP_Label_55818d02-8d25-4bb9-b27c-e4db64670887_ContentBits">
    <vt:lpwstr>3</vt:lpwstr>
  </property>
  <property fmtid="{D5CDD505-2E9C-101B-9397-08002B2CF9AE}" pid="9" name="MSIP_Label_55818d02-8d25-4bb9-b27c-e4db64670887_Tag">
    <vt:lpwstr>10, 3, 0, 1</vt:lpwstr>
  </property>
  <property fmtid="{D5CDD505-2E9C-101B-9397-08002B2CF9AE}" pid="10" name="ClassificationContentMarkingFooterLocations">
    <vt:lpwstr>Office Theme:10</vt:lpwstr>
  </property>
  <property fmtid="{D5CDD505-2E9C-101B-9397-08002B2CF9AE}" pid="11" name="ClassificationContentMarkingFooterText">
    <vt:lpwstr>General</vt:lpwstr>
  </property>
  <property fmtid="{D5CDD505-2E9C-101B-9397-08002B2CF9AE}" pid="12" name="ClassificationContentMarkingHeaderLocations">
    <vt:lpwstr>Office Theme:9</vt:lpwstr>
  </property>
  <property fmtid="{D5CDD505-2E9C-101B-9397-08002B2CF9AE}" pid="13" name="ClassificationContentMarkingHeaderText">
    <vt:lpwstr>General</vt:lpwstr>
  </property>
</Properties>
</file>